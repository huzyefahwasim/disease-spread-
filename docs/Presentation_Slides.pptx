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Disease Spread Simulator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IT3016 Simulation and Modelling</a:t>
            </a:r>
          </a:p>
          <a:p>
            <a:r>
              <a:t>Semester Project</a:t>
            </a:r>
          </a:p>
          <a:p>
            <a:r>
              <a:t>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Understanding the rapid spread of infectious diseases.</a:t>
            </a:r>
          </a:p>
          <a:p>
            <a:pPr/>
            <a:r>
              <a:t>The need for computational models to predict and mitigate outbreaks.</a:t>
            </a:r>
          </a:p>
          <a:p>
            <a:pPr/>
            <a:r>
              <a:t>How simulation helps policymakers in decision 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Fulfill requirements for CLO.3 and CLO.4.</a:t>
            </a:r>
          </a:p>
          <a:p>
            <a:pPr/>
            <a:r>
              <a:t>Build a mathematical simulation of disease dynamics.</a:t>
            </a:r>
          </a:p>
          <a:p>
            <a:pPr/>
            <a:r>
              <a:t>Integrate Machine Learning to predict future trends based on historical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Background: The SIR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Susceptible (S): Population at risk of contracting the disease.</a:t>
            </a:r>
          </a:p>
          <a:p>
            <a:pPr/>
            <a:r>
              <a:t>Infectious (I): Population currently infected and contagious.</a:t>
            </a:r>
          </a:p>
          <a:p>
            <a:pPr/>
            <a:r>
              <a:t>Recovered (R): Population that has recovered and gained immunity.</a:t>
            </a:r>
          </a:p>
          <a:p>
            <a:pPr/>
            <a:r>
              <a:t>Governed by transmission rate (beta) and recovery rate (gamma).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Generation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Generating synthetic data using an SIR model with Gaussian noise.</a:t>
            </a:r>
          </a:p>
          <a:p>
            <a:pPr/>
            <a:r>
              <a:t>Features included: Stringency Index and Testing Rates.</a:t>
            </a:r>
          </a:p>
          <a:p>
            <a:pPr/>
            <a:r>
              <a:t>Exploratory Data Analysis: Correlation matrices and time-series plotting.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Time-series forecasting using 7-day lag features.</a:t>
            </a:r>
          </a:p>
          <a:p>
            <a:pPr/>
            <a:r>
              <a:t>Model 1: Linear Regression (Baseline model).</a:t>
            </a:r>
          </a:p>
          <a:p>
            <a:pPr/>
            <a:r>
              <a:t>Model 2: Random Forest Regressor (Handles non-linear relationships).</a:t>
            </a:r>
          </a:p>
          <a:p>
            <a:pPr/>
            <a:r>
              <a:t>Model 3: Gradient Boosting Regressor (Ensemble learning for high accuracy).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&amp;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Evaluation metrics: Mean Squared Error (MSE) and R-squared (R2).</a:t>
            </a:r>
          </a:p>
          <a:p>
            <a:pPr/>
            <a:r>
              <a:t>Random Forest generally performs best on non-linear epidemic curves.</a:t>
            </a:r>
          </a:p>
          <a:p>
            <a:pPr/>
            <a:r>
              <a:t>Discussion on overfitting vs. generalization.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Component 1: EDA Viewer (Dataframes, Matplotlib plots).</a:t>
            </a:r>
          </a:p>
          <a:p>
            <a:pPr/>
            <a:r>
              <a:t>Component 2: Interactive Simulator (Adjustable transmission/recovery).</a:t>
            </a:r>
          </a:p>
          <a:p>
            <a:pPr/>
            <a:r>
              <a:t>Component 3: ML Predictor Interface for future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Simulation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Demonstration of the interactive simulation.</a:t>
            </a:r>
          </a:p>
          <a:p>
            <a:pPr/>
            <a:r>
              <a:t>Visualizing 'flattening the curve' by lowering transmission rates.</a:t>
            </a:r>
          </a:p>
          <a:p>
            <a:pPr/>
            <a:r>
              <a:t>Real-time updates dynamically driven by Streamlit.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Assumptions of standard SIR (constant population, homogenous mixing).</a:t>
            </a:r>
          </a:p>
          <a:p>
            <a:pPr/>
            <a:r>
              <a:t>Limitations of synthetic datasets compared to real-world noisy data.</a:t>
            </a:r>
          </a:p>
          <a:p>
            <a:pPr/>
            <a:r>
              <a:t>Time-series forecasting limits using simple lag features.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Successfully created a full-stack data science &amp; simulation application.</a:t>
            </a:r>
          </a:p>
          <a:p>
            <a:pPr/>
            <a:r>
              <a:t>Future work: Expanding to SEIR models (adding 'Exposed' compartment).</a:t>
            </a:r>
          </a:p>
          <a:p>
            <a:pPr/>
            <a:r>
              <a:t>Adding deep learning (LSTMs) for more robust predictions.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Thank you for your attention!</a:t>
            </a:r>
          </a:p>
          <a:p>
            <a:pPr/>
            <a:r>
              <a:t>Are there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