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Disease Spread Simulator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IT3016 Simulation and Modelling</a:t>
            </a:r>
          </a:p>
          <a:p>
            <a:r>
              <a:t>Semester Project</a:t>
            </a:r>
          </a:p>
          <a:p>
            <a:r>
              <a:t>By: [Your Name]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Problem statement: Understanding and predicting disease spread.</a:t>
            </a:r>
          </a:p>
          <a:p>
            <a:pPr/>
            <a:r>
              <a:t>Deliverables achieved: Simulation, ML Models, Dashboard.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Generation &amp;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Dataset generated using SIR model + noise.</a:t>
            </a:r>
          </a:p>
          <a:p>
            <a:pPr/>
            <a:r>
              <a:t>Includes Stringency Index and Testing Rates.</a:t>
            </a:r>
          </a:p>
          <a:p>
            <a:pPr/>
            <a:r>
              <a:t>Key insights extracted via Exploratory Data Analysis.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Simulation 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Utilizes the SIR (Susceptible-Infectious-Recovered) Model.</a:t>
            </a:r>
          </a:p>
          <a:p>
            <a:pPr/>
            <a:r>
              <a:t>Demonstrates how diseases spread over time.</a:t>
            </a:r>
          </a:p>
          <a:p>
            <a:pPr/>
            <a:r>
              <a:t>Interactive parameters: Transmission rate and recovery rate.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Machine Learning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Three models built to predict new cases.</a:t>
            </a:r>
          </a:p>
          <a:p>
            <a:pPr/>
            <a:r>
              <a:t>1. Linear Regression (Baseline)</a:t>
            </a:r>
          </a:p>
          <a:p>
            <a:pPr/>
            <a:r>
              <a:t>2. Random Forest</a:t>
            </a:r>
          </a:p>
          <a:p>
            <a:pPr/>
            <a:r>
              <a:t>3. Gradient Boosting</a:t>
            </a:r>
          </a:p>
          <a:p>
            <a:pPr/>
            <a:r>
              <a:t>Predicts based on 7-day history and external factors.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Interactive 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Streamlit Dashboard provides a live demonstration.</a:t>
            </a:r>
          </a:p>
          <a:p>
            <a:pPr/>
            <a:r>
              <a:t>Allows adjusting parameters and seeing real-time updates.</a:t>
            </a:r>
          </a:p>
          <a:p>
            <a:pPr/>
            <a:r>
              <a:t>Compares live model predictions.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Successfully integrated simulation and ML into a dashboard.</a:t>
            </a:r>
          </a:p>
          <a:p>
            <a:pPr/>
            <a:r>
              <a:t>Fulfills all CLO.3 and CLO.4 requirements.</a:t>
            </a:r>
          </a:p>
          <a:p>
            <a:pPr/>
            <a:r>
              <a:t>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